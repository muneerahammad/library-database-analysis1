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8" r:id="rId11"/>
    <p:sldId id="271" r:id="rId12"/>
    <p:sldId id="272" r:id="rId13"/>
    <p:sldId id="265" r:id="rId14"/>
    <p:sldId id="266" r:id="rId15"/>
    <p:sldId id="259" r:id="rId16"/>
  </p:sldIdLst>
  <p:sldSz cx="12192000" cy="6858000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ele-praveena-b0616625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15766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938703"/>
            <a:ext cx="7246189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2500" b="1" dirty="0">
                <a:latin typeface="Arial Black" panose="020B0A04020102020204" pitchFamily="34" charset="0"/>
              </a:rPr>
              <a:t>LIBRARY DATABASE ANALYSIS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234687-3675-A15D-2C69-82A569A28240}"/>
              </a:ext>
            </a:extLst>
          </p:cNvPr>
          <p:cNvSpPr txBox="1"/>
          <p:nvPr/>
        </p:nvSpPr>
        <p:spPr>
          <a:xfrm>
            <a:off x="8182303" y="5060731"/>
            <a:ext cx="34053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ts val="18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lvl="0" algn="ctr">
              <a:buSzPts val="18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AELE PRAVEENA</a:t>
            </a:r>
          </a:p>
          <a:p>
            <a:pPr lvl="0" algn="ctr">
              <a:buSzPts val="18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BANDARI SIREESHA</a:t>
            </a:r>
          </a:p>
          <a:p>
            <a:pPr lvl="0" algn="ctr">
              <a:buSzPts val="18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SIDHRA KHATOON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2"/>
            <a:ext cx="10534533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Background? (B-tech)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Why you want to learn Data Analytics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Any work experience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Share your LinkedIn and GitHub profile URLs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Linkedin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linkedin.com/in/aele-praveena-b06166252</a:t>
            </a: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8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https://github.com/aelepraveena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  </a:t>
            </a:r>
            <a:r>
              <a:rPr lang="en-IN" sz="3200" b="0" i="0" u="none" strike="noStrike" cap="none" dirty="0">
                <a:solidFill>
                  <a:schemeClr val="tx1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Agenda 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SQL query results with screenshots or summaries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Final business insights and recommendations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46A3-B6B9-DCDE-9DCD-A8458DDA1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779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5CA16-C1D3-D471-EE37-4D70BD811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513490"/>
            <a:ext cx="6936829" cy="4663473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understand how a library operates by creating and analyzing a complete SQL database.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organizing books, authors, publishers, borrowers, and branch information in a structured way, and then performing SQL queries to study how books are distributed across branches, how borrowers use the library, and how often books are issued.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turn raw data into meaningful insights that help improve library management.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 descr="Library quotes Vector Images &amp; Graphics for Commercial Use | VectorStock">
            <a:extLst>
              <a:ext uri="{FF2B5EF4-FFF2-40B4-BE49-F238E27FC236}">
                <a16:creationId xmlns:a16="http://schemas.microsoft.com/office/drawing/2014/main" id="{1EDF312B-C4D1-E464-A545-7F34C290E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976" y="1816813"/>
            <a:ext cx="3242824" cy="3843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35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574F-B510-C98E-C636-E8296E21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90"/>
            <a:ext cx="10515600" cy="5044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ER Diagram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8067E-47F2-930E-4EB8-16DA64B2D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37350"/>
            <a:ext cx="10515600" cy="4780126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BC8BB-00EF-58CD-6E95-E9079A1EF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57" y="890233"/>
            <a:ext cx="11001830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4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9E5F-2B49-5706-4FFD-9A3C01668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8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 EXPLANATION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21658-71F2-C1D9-BB58-E1CA3DD8A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3586"/>
            <a:ext cx="10515600" cy="5073377"/>
          </a:xfrm>
        </p:spPr>
        <p:txBody>
          <a:bodyPr>
            <a:normAutofit fontScale="70000" lnSpcReduction="20000"/>
          </a:bodyPr>
          <a:lstStyle/>
          <a:p>
            <a:pPr marL="114300" indent="0" algn="just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schema represents the complete relational structure of a Library Management System. It organizes data into 7 related tables, each serving a specific role in managing books, authors, publishers, borrowers, and loan operations.</a:t>
            </a: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tbl_publisher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(Publisher Details):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about book publishers.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publisher_PublisherName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publisher can publish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books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forming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(Book Information)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details about each book in the library.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book_BookID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book_PublisherName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tbl_publisher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book can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authors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copies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307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2C01B-EF9C-B8CB-304E-3151FA63D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028" y="662151"/>
            <a:ext cx="10817772" cy="5514811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tbl_book_authors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(Authors of Books)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list of authors for each book.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book_authors_AuthorID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book_authors_BookID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one book → many authors.</a:t>
            </a:r>
          </a:p>
          <a:p>
            <a:pPr marL="11430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tbl_library_branch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(Library Branch Information)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each library branch’s name and address.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library_branch_BranchID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branch can have many copies of books and can issue many loans.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tbl_book_copies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(Book Inventory Across Branches)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many copies of each book are available at each branch.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book_copies_CopiesID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two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book_copies_BookID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book_copies_BranchID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tbl_library_branch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many-to-many relationship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Books and Branches, resolved through this table.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30277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596D-2326-CC73-36A6-8E5361731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(use cases)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77144-4DF9-252D-6649-2521A0BD9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5834"/>
            <a:ext cx="10515600" cy="482112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copies of the book titled "The Lost Tribe" are owned by the library branch whose name is "Sharpstown"?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1791E-E4B7-0749-CD8C-37BF1D831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29" y="2876545"/>
            <a:ext cx="5163734" cy="2310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156E37-7D6D-4594-9508-AD8E33838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826" y="3271044"/>
            <a:ext cx="362501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124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2CF69-5120-90FD-CA82-13E2B917F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77917"/>
            <a:ext cx="10515600" cy="5499046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copies of the book titled "The Lost Tribe" are owned by each library branch?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09169-B731-1E39-ADBB-A78AA1D78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55" y="2459420"/>
            <a:ext cx="5526399" cy="29008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C9FA01-28F5-1431-A493-AFD8D881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454" y="2585546"/>
            <a:ext cx="4372585" cy="25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7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DDC1B-7139-4080-929D-3310C7017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655" y="658976"/>
            <a:ext cx="10515600" cy="5000845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the names of all borrowers who do not have any books checked out.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96ECC4-109F-B6CC-C69E-B0E153615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24" y="2112579"/>
            <a:ext cx="5021296" cy="2490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885104-9765-CFD1-7B5D-091FA8E36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222" y="2112579"/>
            <a:ext cx="3423768" cy="222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47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C072B-016C-64C2-8C46-F8178A48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249" y="564384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the names, addresses, and number of books checked out for all borrowers who have more than five books checked out.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DF153F-8C06-3C97-44E9-0EF6F63F1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49" y="2144486"/>
            <a:ext cx="4606158" cy="32946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577EA8-399D-DBF0-7738-28C4E8F96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207" y="2704998"/>
            <a:ext cx="5318234" cy="221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13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02D83-E91E-76D2-7D1C-B81A74AFF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46386"/>
            <a:ext cx="10515600" cy="5530577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book authored by "Stephen King", retrieve the title and the number of copies owned by the library branch whose name is "Central".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DF944-472D-C76C-788D-F8654B631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24" y="2427890"/>
            <a:ext cx="4486901" cy="33422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32E4ED-EA15-6585-3651-C173C5B1E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405" y="2869325"/>
            <a:ext cx="3334215" cy="203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41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C396-3B54-116C-C491-7B4FD73A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and recommendations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E9B54-B187-ABA3-840E-FFAC84626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library data shows clear differences in book demand across branches, with some branches issuing more books than others.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authors and titles are consistently popular, highlighting the need for better inventory planning.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small group of borrowers accounts for most of the book loans, while others remain inactive.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copies are unevenly distributed, causing limited availability in some branches.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285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01ABD-2D4B-9560-2476-C60276A3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52475-7916-CD94-92C2-7E882759B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9"/>
            <a:ext cx="10515600" cy="4486274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in understanding how a library’s data can be effectively managed using SQL. By building the database and running queries on real datasets, we were able to observe trends in book usage, borrower activity, and branch-level performance. The analysis shows how organized data and structured queries can support better decision-making in daily library operations. Overall, the project demonstrates the value of SQL in managing, analyzing, and improving library services.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53176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chemeClr val="tx1"/>
                </a:solidFill>
                <a:latin typeface="Libre Baskerville"/>
                <a:ea typeface="Libre Baskerville"/>
                <a:cs typeface="Times New Roman" panose="02020603050405020304" pitchFamily="18" charset="0"/>
                <a:sym typeface="Libre Baskerville"/>
              </a:rPr>
              <a:t>THANK  YOU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750</Words>
  <Application>Microsoft Office PowerPoint</Application>
  <PresentationFormat>Widescreen</PresentationFormat>
  <Paragraphs>72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Wingdings</vt:lpstr>
      <vt:lpstr>Times New Roman</vt:lpstr>
      <vt:lpstr>Arial Black</vt:lpstr>
      <vt:lpstr>Lato Black</vt:lpstr>
      <vt:lpstr>Calibri</vt:lpstr>
      <vt:lpstr>Libre Baskerville</vt:lpstr>
      <vt:lpstr>Office Theme</vt:lpstr>
      <vt:lpstr>PowerPoint Presentation</vt:lpstr>
      <vt:lpstr>PowerPoint Presentation</vt:lpstr>
      <vt:lpstr>   Agenda  </vt:lpstr>
      <vt:lpstr>OBJECTIVE OF THE PROJECT</vt:lpstr>
      <vt:lpstr>ER Diagram</vt:lpstr>
      <vt:lpstr>SCHEMA EXPLANATION</vt:lpstr>
      <vt:lpstr>PowerPoint Presentation</vt:lpstr>
      <vt:lpstr>Key analysis questions (use cases)</vt:lpstr>
      <vt:lpstr>PowerPoint Presentation</vt:lpstr>
      <vt:lpstr>PowerPoint Presentation</vt:lpstr>
      <vt:lpstr>PowerPoint Presentation</vt:lpstr>
      <vt:lpstr>PowerPoint Presentation</vt:lpstr>
      <vt:lpstr>Final business insights and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Aele Praveena</cp:lastModifiedBy>
  <cp:revision>6</cp:revision>
  <dcterms:created xsi:type="dcterms:W3CDTF">2021-02-16T05:19:01Z</dcterms:created>
  <dcterms:modified xsi:type="dcterms:W3CDTF">2025-12-19T08:16:04Z</dcterms:modified>
</cp:coreProperties>
</file>